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2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8524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Pitch Day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Taqdimot shabloni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5486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Shape 6"/>
          <p:cNvSpPr/>
          <p:nvPr/>
        </p:nvSpPr>
        <p:spPr>
          <a:xfrm>
            <a:off x="1371600" y="1325880"/>
            <a:ext cx="1371600" cy="1371600"/>
          </a:xfrm>
          <a:prstGeom prst="line">
            <a:avLst/>
          </a:prstGeom>
          <a:solidFill>
            <a:srgbClr val="1F2937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9" name="Text 7"/>
          <p:cNvSpPr/>
          <p:nvPr/>
        </p:nvSpPr>
        <p:spPr>
          <a:xfrm>
            <a:off x="1371600" y="13258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141732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nomi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3017520" y="2240280"/>
            <a:ext cx="5303520" cy="5486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2" name="Text 10"/>
          <p:cNvSpPr/>
          <p:nvPr/>
        </p:nvSpPr>
        <p:spPr>
          <a:xfrm>
            <a:off x="3017520" y="23774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Qisqa ibora — siz kim va nima qilasiz? (masalan: hayvonlar uchun Uber)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4663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0" y="4736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r>
              <a:rPr lang="en-US" sz="900" dirty="0" err="1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MilliyAIXakaton</a:t>
            </a: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</a:t>
            </a:r>
            <a:r>
              <a:rPr lang="en-US" sz="900" dirty="0" err="1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BukharaAI</a:t>
            </a: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5534B">
              <a:alpha val="15000"/>
            </a:srgbClr>
          </a:solidFill>
          <a:ln w="12700">
            <a:solidFill>
              <a:srgbClr val="E5534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 kimsiz? — 1-2 ta gap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4864" cy="41148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Sizning mahsulotingiz / kompaniyangizni tavsiflovchi 1-2 ta jumlalar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926080" cy="3200400"/>
          </a:xfrm>
          <a:prstGeom prst="rect">
            <a:avLst/>
          </a:prstGeom>
          <a:solidFill>
            <a:srgbClr val="1A1025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2926080" cy="5486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9" name="Shape 7"/>
          <p:cNvSpPr/>
          <p:nvPr/>
        </p:nvSpPr>
        <p:spPr>
          <a:xfrm>
            <a:off x="914400" y="1463040"/>
            <a:ext cx="2011680" cy="2011680"/>
          </a:xfrm>
          <a:prstGeom prst="line">
            <a:avLst/>
          </a:prstGeom>
          <a:solidFill>
            <a:srgbClr val="E5534B">
              <a:alpha val="80000"/>
            </a:srgbClr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0" name="Text 8"/>
          <p:cNvSpPr/>
          <p:nvPr/>
        </p:nvSpPr>
        <p:spPr>
          <a:xfrm>
            <a:off x="914400" y="146304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kimiz?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566160" y="1234440"/>
            <a:ext cx="5303520" cy="3200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2" name="Shape 10"/>
          <p:cNvSpPr/>
          <p:nvPr/>
        </p:nvSpPr>
        <p:spPr>
          <a:xfrm>
            <a:off x="3566160" y="1234440"/>
            <a:ext cx="54864" cy="320040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3" name="Text 11"/>
          <p:cNvSpPr/>
          <p:nvPr/>
        </p:nvSpPr>
        <p:spPr>
          <a:xfrm>
            <a:off x="3749040" y="14173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 tavsifi (1–2 gap)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749040" y="1920240"/>
            <a:ext cx="4937760" cy="36576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5" name="Text 13"/>
          <p:cNvSpPr/>
          <p:nvPr/>
        </p:nvSpPr>
        <p:spPr>
          <a:xfrm>
            <a:off x="3749040" y="205740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Biz nimani taqdim etamiz?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Asosiy funksiya yoki xizmat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Qisqa va aniq — slayodni haddan tashqari yuklamang, og'zaki aytib qo'ying!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Maslahat: slayydni haddan tashqari yuklamang — ko'proq og'zaki aytib qo'ying!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5534B">
              <a:alpha val="15000"/>
            </a:srgbClr>
          </a:solidFill>
          <a:ln w="12700">
            <a:solidFill>
              <a:srgbClr val="E5534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 hal qilayotgan muammo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Muammo haqida hikoya aytib bering — nega u dolzarb?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07008"/>
            <a:ext cx="3200400" cy="3200400"/>
          </a:xfrm>
          <a:prstGeom prst="rect">
            <a:avLst/>
          </a:prstGeom>
          <a:solidFill>
            <a:srgbClr val="1A0D0D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3200400" cy="5486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9" name="Shape 7"/>
          <p:cNvSpPr/>
          <p:nvPr/>
        </p:nvSpPr>
        <p:spPr>
          <a:xfrm>
            <a:off x="685800" y="1828800"/>
            <a:ext cx="2743200" cy="1371600"/>
          </a:xfrm>
          <a:prstGeom prst="rect">
            <a:avLst/>
          </a:prstGeom>
          <a:solidFill>
            <a:srgbClr val="E5534B">
              <a:alpha val="85000"/>
            </a:srgbClr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0" name="Text 8"/>
          <p:cNvSpPr/>
          <p:nvPr/>
        </p:nvSpPr>
        <p:spPr>
          <a:xfrm>
            <a:off x="685800" y="18288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 bizga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ehtiyoj bor?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1691640" y="3182112"/>
            <a:ext cx="731520" cy="2743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2" name="Shape 10"/>
          <p:cNvSpPr/>
          <p:nvPr/>
        </p:nvSpPr>
        <p:spPr>
          <a:xfrm>
            <a:off x="3840480" y="1207008"/>
            <a:ext cx="502920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3" name="Shape 11"/>
          <p:cNvSpPr/>
          <p:nvPr/>
        </p:nvSpPr>
        <p:spPr>
          <a:xfrm>
            <a:off x="3840480" y="1207008"/>
            <a:ext cx="54864" cy="14173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4" name="Shape 12"/>
          <p:cNvSpPr/>
          <p:nvPr/>
        </p:nvSpPr>
        <p:spPr>
          <a:xfrm>
            <a:off x="3977640" y="1371600"/>
            <a:ext cx="365760" cy="365760"/>
          </a:xfrm>
          <a:prstGeom prst="line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5" name="Text 13"/>
          <p:cNvSpPr/>
          <p:nvPr/>
        </p:nvSpPr>
        <p:spPr>
          <a:xfrm>
            <a:off x="397764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34840" y="135331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Muammo 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77640" y="1755648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muammoni batafsil izohlang — nega bu odamlar uchun dolzarb?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840480" y="2834640"/>
            <a:ext cx="502920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9" name="Shape 17"/>
          <p:cNvSpPr/>
          <p:nvPr/>
        </p:nvSpPr>
        <p:spPr>
          <a:xfrm>
            <a:off x="3840480" y="2834640"/>
            <a:ext cx="54864" cy="14173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0" name="Shape 18"/>
          <p:cNvSpPr/>
          <p:nvPr/>
        </p:nvSpPr>
        <p:spPr>
          <a:xfrm>
            <a:off x="3977640" y="2999232"/>
            <a:ext cx="365760" cy="365760"/>
          </a:xfrm>
          <a:prstGeom prst="line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1" name="Text 19"/>
          <p:cNvSpPr/>
          <p:nvPr/>
        </p:nvSpPr>
        <p:spPr>
          <a:xfrm>
            <a:off x="3977640" y="2999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34840" y="2980944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Muammo 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977640" y="338328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Ikkinchi jihat yoki muammoning nima sababdan yechilmayotgani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Maslahat: muammo qanchalik aniq bo'lsa, yechimingiz shunchalik ishonchli ko'rinadi.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5534B">
              <a:alpha val="15000"/>
            </a:srgbClr>
          </a:solidFill>
          <a:ln w="12700">
            <a:solidFill>
              <a:srgbClr val="E5534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 hajmi va maqsadli auditoriya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Tadqiqot o'tkazing va bozor hajmini TAM / SAM / SOM orqali ko'rsating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07008"/>
            <a:ext cx="2926080" cy="3200400"/>
          </a:xfrm>
          <a:prstGeom prst="rect">
            <a:avLst/>
          </a:prstGeom>
          <a:solidFill>
            <a:srgbClr val="1A10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2926080" cy="5486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9" name="Shape 7"/>
          <p:cNvSpPr/>
          <p:nvPr/>
        </p:nvSpPr>
        <p:spPr>
          <a:xfrm>
            <a:off x="685800" y="1737360"/>
            <a:ext cx="2468880" cy="12801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0" name="Text 8"/>
          <p:cNvSpPr/>
          <p:nvPr/>
        </p:nvSpPr>
        <p:spPr>
          <a:xfrm>
            <a:off x="685800" y="173736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hajmi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566160" y="1298448"/>
            <a:ext cx="530352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2" name="Shape 10"/>
          <p:cNvSpPr/>
          <p:nvPr/>
        </p:nvSpPr>
        <p:spPr>
          <a:xfrm>
            <a:off x="3566160" y="1298448"/>
            <a:ext cx="5029200" cy="36576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3" name="Text 11"/>
          <p:cNvSpPr/>
          <p:nvPr/>
        </p:nvSpPr>
        <p:spPr>
          <a:xfrm>
            <a:off x="3703320" y="1389888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43400" y="13898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_______________________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03320" y="179222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Umumiy mavjud bozor — Butun dunyo bo'ylab potentsial foydalanuvchilar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66160" y="2304288"/>
            <a:ext cx="530352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7" name="Shape 15"/>
          <p:cNvSpPr/>
          <p:nvPr/>
        </p:nvSpPr>
        <p:spPr>
          <a:xfrm>
            <a:off x="3566160" y="2304288"/>
            <a:ext cx="41148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8" name="Text 16"/>
          <p:cNvSpPr/>
          <p:nvPr/>
        </p:nvSpPr>
        <p:spPr>
          <a:xfrm>
            <a:off x="3703320" y="2395728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43400" y="23957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_______________________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03320" y="279806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Geografik segment — Sizning geografik qamrovingiz ostidagi TAM qismi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566160" y="3310128"/>
            <a:ext cx="530352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2" name="Shape 20"/>
          <p:cNvSpPr/>
          <p:nvPr/>
        </p:nvSpPr>
        <p:spPr>
          <a:xfrm>
            <a:off x="3566160" y="3310128"/>
            <a:ext cx="32004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3" name="Text 21"/>
          <p:cNvSpPr/>
          <p:nvPr/>
        </p:nvSpPr>
        <p:spPr>
          <a:xfrm>
            <a:off x="3703320" y="3401568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343400" y="340156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_______________________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03320" y="38039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Qamrab oladigan segment — Haqiqatda erishishingiz mumkin bo'lgan SAM qismi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617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Maqsadli auditoriya: SAM ichidagi odamlar kimlar? Yoshi, xarid odatlari, muammosi?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5534B">
              <a:alpha val="15000"/>
            </a:srgbClr>
          </a:solidFill>
          <a:ln w="12700">
            <a:solidFill>
              <a:srgbClr val="E5534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Yechim + Raqobatchilar tahlili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Raqobatchilaringiz, ularning kuchli va zaif tomonlari — va siz qanchalik yaxshiroqsiz!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286000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Xususiyat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0" y="1188720"/>
            <a:ext cx="2103120" cy="457200"/>
          </a:xfrm>
          <a:prstGeom prst="rect">
            <a:avLst/>
          </a:prstGeom>
          <a:solidFill>
            <a:srgbClr val="E5534B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0" name="Text 8"/>
          <p:cNvSpPr/>
          <p:nvPr/>
        </p:nvSpPr>
        <p:spPr>
          <a:xfrm>
            <a:off x="2743200" y="11887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Sizning yechimingiz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2011680" cy="457200"/>
          </a:xfrm>
          <a:prstGeom prst="rect">
            <a:avLst/>
          </a:prstGeom>
          <a:solidFill>
            <a:srgbClr val="2D3A5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2" name="Text 10"/>
          <p:cNvSpPr/>
          <p:nvPr/>
        </p:nvSpPr>
        <p:spPr>
          <a:xfrm>
            <a:off x="4846320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Raqobatchi 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0" y="1188720"/>
            <a:ext cx="2011680" cy="457200"/>
          </a:xfrm>
          <a:prstGeom prst="rect">
            <a:avLst/>
          </a:prstGeom>
          <a:solidFill>
            <a:srgbClr val="2D3A5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4" name="Text 12"/>
          <p:cNvSpPr/>
          <p:nvPr/>
        </p:nvSpPr>
        <p:spPr>
          <a:xfrm>
            <a:off x="6858000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Raqobatchi 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1645920"/>
            <a:ext cx="228600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6" name="Text 14"/>
          <p:cNvSpPr/>
          <p:nvPr/>
        </p:nvSpPr>
        <p:spPr>
          <a:xfrm>
            <a:off x="457200" y="1645920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Xususiyat #1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0" y="1645920"/>
            <a:ext cx="210312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8" name="Text 16"/>
          <p:cNvSpPr/>
          <p:nvPr/>
        </p:nvSpPr>
        <p:spPr>
          <a:xfrm>
            <a:off x="2743200" y="1645920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46320" y="1645920"/>
            <a:ext cx="201168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0" name="Text 18"/>
          <p:cNvSpPr/>
          <p:nvPr/>
        </p:nvSpPr>
        <p:spPr>
          <a:xfrm>
            <a:off x="4846320" y="164592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➖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858000" y="1645920"/>
            <a:ext cx="201168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2" name="Text 20"/>
          <p:cNvSpPr/>
          <p:nvPr/>
        </p:nvSpPr>
        <p:spPr>
          <a:xfrm>
            <a:off x="6858000" y="164592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➖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2212848"/>
            <a:ext cx="2286000" cy="530352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4" name="Text 22"/>
          <p:cNvSpPr/>
          <p:nvPr/>
        </p:nvSpPr>
        <p:spPr>
          <a:xfrm>
            <a:off x="457200" y="2212848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Xususiyat #2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0" y="2212848"/>
            <a:ext cx="2103120" cy="530352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6" name="Text 24"/>
          <p:cNvSpPr/>
          <p:nvPr/>
        </p:nvSpPr>
        <p:spPr>
          <a:xfrm>
            <a:off x="2743200" y="2212848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846320" y="2212848"/>
            <a:ext cx="2011680" cy="530352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8" name="Text 26"/>
          <p:cNvSpPr/>
          <p:nvPr/>
        </p:nvSpPr>
        <p:spPr>
          <a:xfrm>
            <a:off x="4846320" y="2212848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858000" y="2212848"/>
            <a:ext cx="2011680" cy="530352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0" name="Text 28"/>
          <p:cNvSpPr/>
          <p:nvPr/>
        </p:nvSpPr>
        <p:spPr>
          <a:xfrm>
            <a:off x="6858000" y="2212848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➖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7200" y="2779776"/>
            <a:ext cx="228600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2" name="Text 30"/>
          <p:cNvSpPr/>
          <p:nvPr/>
        </p:nvSpPr>
        <p:spPr>
          <a:xfrm>
            <a:off x="457200" y="2779776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Xususiyat #3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0" y="2779776"/>
            <a:ext cx="210312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4" name="Text 32"/>
          <p:cNvSpPr/>
          <p:nvPr/>
        </p:nvSpPr>
        <p:spPr>
          <a:xfrm>
            <a:off x="2743200" y="2779776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846320" y="2779776"/>
            <a:ext cx="201168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6" name="Text 34"/>
          <p:cNvSpPr/>
          <p:nvPr/>
        </p:nvSpPr>
        <p:spPr>
          <a:xfrm>
            <a:off x="4846320" y="2779776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➖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2779776"/>
            <a:ext cx="201168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8" name="Text 36"/>
          <p:cNvSpPr/>
          <p:nvPr/>
        </p:nvSpPr>
        <p:spPr>
          <a:xfrm>
            <a:off x="6858000" y="2779776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57200" y="3346704"/>
            <a:ext cx="2286000" cy="530352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0" name="Text 38"/>
          <p:cNvSpPr/>
          <p:nvPr/>
        </p:nvSpPr>
        <p:spPr>
          <a:xfrm>
            <a:off x="457200" y="3346704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Narxi / qulayligi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0" y="3346704"/>
            <a:ext cx="2103120" cy="530352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2" name="Text 40"/>
          <p:cNvSpPr/>
          <p:nvPr/>
        </p:nvSpPr>
        <p:spPr>
          <a:xfrm>
            <a:off x="2743200" y="3346704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846320" y="3346704"/>
            <a:ext cx="2011680" cy="530352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4" name="Text 42"/>
          <p:cNvSpPr/>
          <p:nvPr/>
        </p:nvSpPr>
        <p:spPr>
          <a:xfrm>
            <a:off x="4846320" y="3346704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858000" y="3346704"/>
            <a:ext cx="2011680" cy="530352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6" name="Text 44"/>
          <p:cNvSpPr/>
          <p:nvPr/>
        </p:nvSpPr>
        <p:spPr>
          <a:xfrm>
            <a:off x="6858000" y="3346704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57200" y="3886200"/>
            <a:ext cx="8412480" cy="658368"/>
          </a:xfrm>
          <a:prstGeom prst="rect">
            <a:avLst/>
          </a:prstGeom>
          <a:solidFill>
            <a:srgbClr val="1A0D0D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8" name="Shape 46"/>
          <p:cNvSpPr/>
          <p:nvPr/>
        </p:nvSpPr>
        <p:spPr>
          <a:xfrm>
            <a:off x="457200" y="3886200"/>
            <a:ext cx="8412480" cy="5486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9" name="Text 47"/>
          <p:cNvSpPr/>
          <p:nvPr/>
        </p:nvSpPr>
        <p:spPr>
          <a:xfrm>
            <a:off x="457200" y="38862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Nima uchun biz eng yaxshimiz?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5534B">
              <a:alpha val="15000"/>
            </a:srgbClr>
          </a:solidFill>
          <a:ln w="12700">
            <a:solidFill>
              <a:srgbClr val="E5534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Monetizatsiya modeli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Qanday qilib pul ishlashingizni aytib bering. Sizga kim to'laydi, qancha va nima uchun?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07008"/>
            <a:ext cx="3200400" cy="3200400"/>
          </a:xfrm>
          <a:prstGeom prst="rect">
            <a:avLst/>
          </a:prstGeom>
          <a:solidFill>
            <a:srgbClr val="0F1A0F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32004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9" name="Shape 7"/>
          <p:cNvSpPr/>
          <p:nvPr/>
        </p:nvSpPr>
        <p:spPr>
          <a:xfrm>
            <a:off x="685800" y="1920240"/>
            <a:ext cx="27432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0" name="Text 8"/>
          <p:cNvSpPr/>
          <p:nvPr/>
        </p:nvSpPr>
        <p:spPr>
          <a:xfrm>
            <a:off x="685800" y="20574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Monetizatsiya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840480" y="1207008"/>
            <a:ext cx="5029200" cy="93268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2" name="Shape 10"/>
          <p:cNvSpPr/>
          <p:nvPr/>
        </p:nvSpPr>
        <p:spPr>
          <a:xfrm>
            <a:off x="3840480" y="1207008"/>
            <a:ext cx="54864" cy="9326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3" name="Text 11"/>
          <p:cNvSpPr/>
          <p:nvPr/>
        </p:nvSpPr>
        <p:spPr>
          <a:xfrm>
            <a:off x="3977640" y="129844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to'laydi?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77640" y="1682496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 / Korxona / B2B / Davlat ...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840480" y="2258568"/>
            <a:ext cx="5029200" cy="93268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6" name="Shape 14"/>
          <p:cNvSpPr/>
          <p:nvPr/>
        </p:nvSpPr>
        <p:spPr>
          <a:xfrm>
            <a:off x="3840480" y="2258568"/>
            <a:ext cx="54864" cy="9326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7" name="Text 15"/>
          <p:cNvSpPr/>
          <p:nvPr/>
        </p:nvSpPr>
        <p:spPr>
          <a:xfrm>
            <a:off x="3977640" y="235000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Qancha to'laydi?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77640" y="2734056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Narx modeli: obuna, bir martalik to'lov, komissiya ...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840480" y="3310128"/>
            <a:ext cx="5029200" cy="93268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20" name="Shape 18"/>
          <p:cNvSpPr/>
          <p:nvPr/>
        </p:nvSpPr>
        <p:spPr>
          <a:xfrm>
            <a:off x="3840480" y="3310128"/>
            <a:ext cx="54864" cy="9326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1" name="Text 19"/>
          <p:cNvSpPr/>
          <p:nvPr/>
        </p:nvSpPr>
        <p:spPr>
          <a:xfrm>
            <a:off x="3977640" y="340156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Nima uchun?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77640" y="3785616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Qanday qiymat ular uchun yechimingiz yaratadi?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4617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Unit economics: bir foydalanuvchidan qancha daromad? Xarajat qancha? Qachon foyda ko'rasiz?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5534B">
              <a:alpha val="15000"/>
            </a:srgbClr>
          </a:solidFill>
          <a:ln w="12700">
            <a:solidFill>
              <a:srgbClr val="E5534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— Maqsadlar va KPI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O'zingizning KPI, maqsadlaringiz haqida aytib bering. Vaqt chizig'idan foydalaning.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7772400" cy="36576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Text 6"/>
          <p:cNvSpPr/>
          <p:nvPr/>
        </p:nvSpPr>
        <p:spPr>
          <a:xfrm>
            <a:off x="8366760" y="251460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2514600"/>
            <a:ext cx="274320" cy="274320"/>
          </a:xfrm>
          <a:prstGeom prst="line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0" name="Shape 8"/>
          <p:cNvSpPr/>
          <p:nvPr/>
        </p:nvSpPr>
        <p:spPr>
          <a:xfrm>
            <a:off x="713232" y="1874520"/>
            <a:ext cx="36576" cy="640080"/>
          </a:xfrm>
          <a:prstGeom prst="rect">
            <a:avLst/>
          </a:prstGeom>
          <a:solidFill>
            <a:srgbClr val="E5534B">
              <a:alpha val="60000"/>
            </a:srgbClr>
          </a:solidFill>
          <a:ln w="12700">
            <a:solidFill>
              <a:srgbClr val="E5534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1" name="Shape 9"/>
          <p:cNvSpPr/>
          <p:nvPr/>
        </p:nvSpPr>
        <p:spPr>
          <a:xfrm>
            <a:off x="45720" y="1013394"/>
            <a:ext cx="164592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2" name="Shape 10"/>
          <p:cNvSpPr/>
          <p:nvPr/>
        </p:nvSpPr>
        <p:spPr>
          <a:xfrm>
            <a:off x="45720" y="1005840"/>
            <a:ext cx="1645920" cy="36576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3" name="Text 11"/>
          <p:cNvSpPr/>
          <p:nvPr/>
        </p:nvSpPr>
        <p:spPr>
          <a:xfrm>
            <a:off x="-91440" y="106070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Hozir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-91440" y="135331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tayyor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 foydalanuvchi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06040" y="2514600"/>
            <a:ext cx="274320" cy="274320"/>
          </a:xfrm>
          <a:prstGeom prst="lin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6" name="Shape 14"/>
          <p:cNvSpPr/>
          <p:nvPr/>
        </p:nvSpPr>
        <p:spPr>
          <a:xfrm>
            <a:off x="2724912" y="2788920"/>
            <a:ext cx="36576" cy="640080"/>
          </a:xfrm>
          <a:prstGeom prst="rect">
            <a:avLst/>
          </a:prstGeom>
          <a:solidFill>
            <a:srgbClr val="F59E0B">
              <a:alpha val="6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7" name="Shape 15"/>
          <p:cNvSpPr/>
          <p:nvPr/>
        </p:nvSpPr>
        <p:spPr>
          <a:xfrm>
            <a:off x="1920240" y="3429000"/>
            <a:ext cx="164592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8" name="Shape 16"/>
          <p:cNvSpPr/>
          <p:nvPr/>
        </p:nvSpPr>
        <p:spPr>
          <a:xfrm>
            <a:off x="1920240" y="3429000"/>
            <a:ext cx="16459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9" name="Text 17"/>
          <p:cNvSpPr/>
          <p:nvPr/>
        </p:nvSpPr>
        <p:spPr>
          <a:xfrm>
            <a:off x="1920240" y="348386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oy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20240" y="377647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 foydalanuvchi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 daromad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2514600"/>
            <a:ext cx="274320" cy="274320"/>
          </a:xfrm>
          <a:prstGeom prst="lin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2" name="Shape 20"/>
          <p:cNvSpPr/>
          <p:nvPr/>
        </p:nvSpPr>
        <p:spPr>
          <a:xfrm>
            <a:off x="4736592" y="1874520"/>
            <a:ext cx="36576" cy="640080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3" name="Shape 21"/>
          <p:cNvSpPr/>
          <p:nvPr/>
        </p:nvSpPr>
        <p:spPr>
          <a:xfrm>
            <a:off x="3931920" y="1005840"/>
            <a:ext cx="164592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4" name="Shape 22"/>
          <p:cNvSpPr/>
          <p:nvPr/>
        </p:nvSpPr>
        <p:spPr>
          <a:xfrm>
            <a:off x="3931920" y="1005840"/>
            <a:ext cx="164592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5" name="Text 23"/>
          <p:cNvSpPr/>
          <p:nvPr/>
        </p:nvSpPr>
        <p:spPr>
          <a:xfrm>
            <a:off x="3931920" y="106070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yil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931920" y="135331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 foydalanuvchi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 daromad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29400" y="2514600"/>
            <a:ext cx="274320" cy="274320"/>
          </a:xfrm>
          <a:prstGeom prst="lin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8" name="Shape 26"/>
          <p:cNvSpPr/>
          <p:nvPr/>
        </p:nvSpPr>
        <p:spPr>
          <a:xfrm>
            <a:off x="6748272" y="2788920"/>
            <a:ext cx="36576" cy="640080"/>
          </a:xfrm>
          <a:prstGeom prst="rect">
            <a:avLst/>
          </a:prstGeom>
          <a:solidFill>
            <a:srgbClr val="22C55E">
              <a:alpha val="60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9" name="Shape 27"/>
          <p:cNvSpPr/>
          <p:nvPr/>
        </p:nvSpPr>
        <p:spPr>
          <a:xfrm>
            <a:off x="5943600" y="3429000"/>
            <a:ext cx="164592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0" name="Shape 28"/>
          <p:cNvSpPr/>
          <p:nvPr/>
        </p:nvSpPr>
        <p:spPr>
          <a:xfrm>
            <a:off x="5943600" y="3429000"/>
            <a:ext cx="164592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1" name="Text 29"/>
          <p:cNvSpPr/>
          <p:nvPr/>
        </p:nvSpPr>
        <p:spPr>
          <a:xfrm>
            <a:off x="5943600" y="348386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yil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43600" y="377647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 foydalanuvchi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Kengayish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617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Realistik bo'ling — 10 yilni emas, 1-3 yilni to'liq rejalashtiring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5534B">
              <a:alpha val="15000"/>
            </a:srgbClr>
          </a:solidFill>
          <a:ln w="12700">
            <a:solidFill>
              <a:srgbClr val="E5534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Sizning jamoangiz haqida: Kim? Tajriba? Rollar? Qancha vaqt birgasiz?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07008"/>
            <a:ext cx="201168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2011680" cy="457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9" name="Shape 7"/>
          <p:cNvSpPr/>
          <p:nvPr/>
        </p:nvSpPr>
        <p:spPr>
          <a:xfrm>
            <a:off x="1005840" y="1371600"/>
            <a:ext cx="914400" cy="914400"/>
          </a:xfrm>
          <a:prstGeom prst="line">
            <a:avLst/>
          </a:prstGeom>
          <a:solidFill>
            <a:srgbClr val="1F2937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0" name="Text 8"/>
          <p:cNvSpPr/>
          <p:nvPr/>
        </p:nvSpPr>
        <p:spPr>
          <a:xfrm>
            <a:off x="100584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864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F.I.Sh.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7614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/ Loyiha rahbari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127248"/>
            <a:ext cx="1463040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4" name="Text 12"/>
          <p:cNvSpPr/>
          <p:nvPr/>
        </p:nvSpPr>
        <p:spPr>
          <a:xfrm>
            <a:off x="548640" y="32186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Tajriba va ko'nikmalar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3749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 yil tajriba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33472" y="1207008"/>
            <a:ext cx="201168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7" name="Shape 15"/>
          <p:cNvSpPr/>
          <p:nvPr/>
        </p:nvSpPr>
        <p:spPr>
          <a:xfrm>
            <a:off x="2633472" y="1207008"/>
            <a:ext cx="201168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8" name="Shape 16"/>
          <p:cNvSpPr/>
          <p:nvPr/>
        </p:nvSpPr>
        <p:spPr>
          <a:xfrm>
            <a:off x="3182112" y="1371600"/>
            <a:ext cx="914400" cy="914400"/>
          </a:xfrm>
          <a:prstGeom prst="line">
            <a:avLst/>
          </a:prstGeom>
          <a:solidFill>
            <a:srgbClr val="1F2937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9" name="Text 17"/>
          <p:cNvSpPr/>
          <p:nvPr/>
        </p:nvSpPr>
        <p:spPr>
          <a:xfrm>
            <a:off x="3182112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724912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F.I.Sh.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24912" y="27614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/ Bosh dasturchi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07792" y="3127248"/>
            <a:ext cx="1463040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3" name="Text 21"/>
          <p:cNvSpPr/>
          <p:nvPr/>
        </p:nvSpPr>
        <p:spPr>
          <a:xfrm>
            <a:off x="2724912" y="32186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Tajriba va ko'nikmalar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24912" y="3749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 yil tajriba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09744" y="1207008"/>
            <a:ext cx="201168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26" name="Shape 24"/>
          <p:cNvSpPr/>
          <p:nvPr/>
        </p:nvSpPr>
        <p:spPr>
          <a:xfrm>
            <a:off x="4809744" y="1207008"/>
            <a:ext cx="201168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7" name="Shape 25"/>
          <p:cNvSpPr/>
          <p:nvPr/>
        </p:nvSpPr>
        <p:spPr>
          <a:xfrm>
            <a:off x="5358384" y="1371600"/>
            <a:ext cx="914400" cy="914400"/>
          </a:xfrm>
          <a:prstGeom prst="line">
            <a:avLst/>
          </a:prstGeom>
          <a:solidFill>
            <a:srgbClr val="1F293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8" name="Text 26"/>
          <p:cNvSpPr/>
          <p:nvPr/>
        </p:nvSpPr>
        <p:spPr>
          <a:xfrm>
            <a:off x="5358384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901184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F.I.Sh.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01184" y="27614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/ UI-UX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84064" y="3127248"/>
            <a:ext cx="1463040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2" name="Text 30"/>
          <p:cNvSpPr/>
          <p:nvPr/>
        </p:nvSpPr>
        <p:spPr>
          <a:xfrm>
            <a:off x="4901184" y="32186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Tajriba va ko'nikmalar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01184" y="3749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 yil tajriba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986016" y="1207008"/>
            <a:ext cx="201168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35" name="Shape 33"/>
          <p:cNvSpPr/>
          <p:nvPr/>
        </p:nvSpPr>
        <p:spPr>
          <a:xfrm>
            <a:off x="6986016" y="1207008"/>
            <a:ext cx="201168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6" name="Shape 34"/>
          <p:cNvSpPr/>
          <p:nvPr/>
        </p:nvSpPr>
        <p:spPr>
          <a:xfrm>
            <a:off x="7534656" y="1371600"/>
            <a:ext cx="914400" cy="914400"/>
          </a:xfrm>
          <a:prstGeom prst="line">
            <a:avLst/>
          </a:prstGeom>
          <a:solidFill>
            <a:srgbClr val="1F2937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7" name="Text 35"/>
          <p:cNvSpPr/>
          <p:nvPr/>
        </p:nvSpPr>
        <p:spPr>
          <a:xfrm>
            <a:off x="7534656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7077456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F.I.Sh.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077456" y="27614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 analitik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260336" y="3127248"/>
            <a:ext cx="1463040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1" name="Text 39"/>
          <p:cNvSpPr/>
          <p:nvPr/>
        </p:nvSpPr>
        <p:spPr>
          <a:xfrm>
            <a:off x="7077456" y="32186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Tajriba va ko'nikmalar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077456" y="3749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 yil tajriba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491</Words>
  <Application>Microsoft Macintosh PowerPoint</Application>
  <PresentationFormat>On-screen Show (16:9)</PresentationFormat>
  <Paragraphs>128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Day Taqdimot Shabloni — AI Hackathon</dc:title>
  <dc:subject>PptxGenJS Presentation</dc:subject>
  <dc:creator>PptxGenJS</dc:creator>
  <cp:lastModifiedBy>Elyorjon Abdurazakov</cp:lastModifiedBy>
  <cp:revision>3</cp:revision>
  <dcterms:created xsi:type="dcterms:W3CDTF">2026-03-30T19:38:21Z</dcterms:created>
  <dcterms:modified xsi:type="dcterms:W3CDTF">2026-04-10T13:43:58Z</dcterms:modified>
</cp:coreProperties>
</file>